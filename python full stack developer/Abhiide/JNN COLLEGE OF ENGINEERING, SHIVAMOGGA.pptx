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410B3-8B2C-43DC-BC68-DE4D9FB5C17C}" type="datetimeFigureOut">
              <a:rPr lang="en-IN" smtClean="0"/>
              <a:t>18-06-2025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7909-93FD-4560-BCFE-D21339102E42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809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410B3-8B2C-43DC-BC68-DE4D9FB5C17C}" type="datetimeFigureOut">
              <a:rPr lang="en-IN" smtClean="0"/>
              <a:t>18-06-2025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7909-93FD-4560-BCFE-D21339102E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479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410B3-8B2C-43DC-BC68-DE4D9FB5C17C}" type="datetimeFigureOut">
              <a:rPr lang="en-IN" smtClean="0"/>
              <a:t>18-06-2025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7909-93FD-4560-BCFE-D21339102E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8716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410B3-8B2C-43DC-BC68-DE4D9FB5C17C}" type="datetimeFigureOut">
              <a:rPr lang="en-IN" smtClean="0"/>
              <a:t>18-06-2025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7909-93FD-4560-BCFE-D21339102E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9093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410B3-8B2C-43DC-BC68-DE4D9FB5C17C}" type="datetimeFigureOut">
              <a:rPr lang="en-IN" smtClean="0"/>
              <a:t>18-06-2025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7909-93FD-4560-BCFE-D21339102E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660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410B3-8B2C-43DC-BC68-DE4D9FB5C17C}" type="datetimeFigureOut">
              <a:rPr lang="en-IN" smtClean="0"/>
              <a:t>18-06-2025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7909-93FD-4560-BCFE-D21339102E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8225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410B3-8B2C-43DC-BC68-DE4D9FB5C17C}" type="datetimeFigureOut">
              <a:rPr lang="en-IN" smtClean="0"/>
              <a:t>18-06-2025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7909-93FD-4560-BCFE-D21339102E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8357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410B3-8B2C-43DC-BC68-DE4D9FB5C17C}" type="datetimeFigureOut">
              <a:rPr lang="en-IN" smtClean="0"/>
              <a:t>18-06-2025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7909-93FD-4560-BCFE-D21339102E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435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410B3-8B2C-43DC-BC68-DE4D9FB5C17C}" type="datetimeFigureOut">
              <a:rPr lang="en-IN" smtClean="0"/>
              <a:t>18-06-2025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7909-93FD-4560-BCFE-D21339102E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2652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410B3-8B2C-43DC-BC68-DE4D9FB5C17C}" type="datetimeFigureOut">
              <a:rPr lang="en-IN" smtClean="0"/>
              <a:t>18-06-2025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7909-93FD-4560-BCFE-D21339102E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4408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410B3-8B2C-43DC-BC68-DE4D9FB5C17C}" type="datetimeFigureOut">
              <a:rPr lang="en-IN" smtClean="0"/>
              <a:t>18-06-2025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7909-93FD-4560-BCFE-D21339102E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3180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410B3-8B2C-43DC-BC68-DE4D9FB5C17C}" type="datetimeFigureOut">
              <a:rPr lang="en-IN" smtClean="0"/>
              <a:t>18-06-2025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7909-93FD-4560-BCFE-D21339102E42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787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410B3-8B2C-43DC-BC68-DE4D9FB5C17C}" type="datetimeFigureOut">
              <a:rPr lang="en-IN" smtClean="0"/>
              <a:t>18-06-2025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7909-93FD-4560-BCFE-D21339102E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8059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410B3-8B2C-43DC-BC68-DE4D9FB5C17C}" type="datetimeFigureOut">
              <a:rPr lang="en-IN" smtClean="0"/>
              <a:t>18-06-2025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7909-93FD-4560-BCFE-D21339102E42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5716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410B3-8B2C-43DC-BC68-DE4D9FB5C17C}" type="datetimeFigureOut">
              <a:rPr lang="en-IN" smtClean="0"/>
              <a:t>18-06-2025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7909-93FD-4560-BCFE-D21339102E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65118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410B3-8B2C-43DC-BC68-DE4D9FB5C17C}" type="datetimeFigureOut">
              <a:rPr lang="en-IN" smtClean="0"/>
              <a:t>18-06-2025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7909-93FD-4560-BCFE-D21339102E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0100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410B3-8B2C-43DC-BC68-DE4D9FB5C17C}" type="datetimeFigureOut">
              <a:rPr lang="en-IN" smtClean="0"/>
              <a:t>18-06-2025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7909-93FD-4560-BCFE-D21339102E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9026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A4410B3-8B2C-43DC-BC68-DE4D9FB5C17C}" type="datetimeFigureOut">
              <a:rPr lang="en-IN" smtClean="0"/>
              <a:t>18-06-2025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8877909-93FD-4560-BCFE-D21339102E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49757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27021-429F-44D9-EF98-4D45BF7913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464" y="124692"/>
            <a:ext cx="11689771" cy="690728"/>
          </a:xfrm>
        </p:spPr>
        <p:txBody>
          <a:bodyPr>
            <a:noAutofit/>
          </a:bodyPr>
          <a:lstStyle/>
          <a:p>
            <a:r>
              <a:rPr lang="en-US" sz="2800" b="1" u="sng" dirty="0">
                <a:solidFill>
                  <a:schemeClr val="accent1"/>
                </a:solidFill>
              </a:rPr>
              <a:t>Jawaharlal Nehru new COLLEGE OENGINEERING,SHIVAMOGGA</a:t>
            </a:r>
            <a:endParaRPr lang="en-IN" sz="2800" b="1" u="sng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DAB38-CB02-EE37-FA86-60C52D591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85880" y="2722417"/>
            <a:ext cx="9898143" cy="2795155"/>
          </a:xfrm>
        </p:spPr>
        <p:txBody>
          <a:bodyPr>
            <a:noAutofit/>
          </a:bodyPr>
          <a:lstStyle/>
          <a:p>
            <a:r>
              <a:rPr lang="en-US" sz="1600" b="1" u="sng" dirty="0">
                <a:solidFill>
                  <a:schemeClr val="bg2">
                    <a:lumMod val="50000"/>
                  </a:schemeClr>
                </a:solidFill>
              </a:rPr>
              <a:t>DEPARTMENT OF MASTER OF COMPUTER APPLICTION</a:t>
            </a:r>
          </a:p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PROJECT NAME</a:t>
            </a:r>
            <a:r>
              <a:rPr lang="en-US" sz="1600" dirty="0">
                <a:solidFill>
                  <a:srgbClr val="FF0000"/>
                </a:solidFill>
              </a:rPr>
              <a:t>: </a:t>
            </a:r>
            <a:r>
              <a:rPr lang="en-US" sz="1600" b="1" dirty="0">
                <a:solidFill>
                  <a:srgbClr val="FF0000"/>
                </a:solidFill>
              </a:rPr>
              <a:t>TRACKING PHONE NUMBER USING PYTHON PROGRAMMING</a:t>
            </a:r>
          </a:p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PRESENTED BY</a:t>
            </a:r>
            <a:r>
              <a:rPr lang="en-US" sz="1600" dirty="0">
                <a:solidFill>
                  <a:srgbClr val="FF0000"/>
                </a:solidFill>
              </a:rPr>
              <a:t>:</a:t>
            </a:r>
          </a:p>
          <a:p>
            <a:r>
              <a:rPr lang="en-US" sz="1600" dirty="0">
                <a:solidFill>
                  <a:srgbClr val="FF0000"/>
                </a:solidFill>
              </a:rPr>
              <a:t>	</a:t>
            </a:r>
            <a:r>
              <a:rPr lang="en-US" sz="1600" b="1" dirty="0">
                <a:solidFill>
                  <a:srgbClr val="FF0000"/>
                </a:solidFill>
              </a:rPr>
              <a:t>GOWTHAM R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	ABHISHEK G M</a:t>
            </a:r>
            <a:endParaRPr lang="en-IN" sz="1600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4DA5D8-749C-F9E5-4519-DF3AEFBDC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338" y="124692"/>
            <a:ext cx="4930589" cy="591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58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11B74-A9F0-2002-B665-D02E28984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-188843"/>
            <a:ext cx="11252684" cy="6838121"/>
          </a:xfrm>
        </p:spPr>
        <p:txBody>
          <a:bodyPr>
            <a:noAutofit/>
          </a:bodyPr>
          <a:lstStyle/>
          <a:p>
            <a:r>
              <a:rPr lang="en-IN" sz="2400" dirty="0"/>
              <a:t>&lt;html&gt;</a:t>
            </a:r>
            <a:br>
              <a:rPr lang="en-IN" sz="2400" dirty="0"/>
            </a:br>
            <a:r>
              <a:rPr lang="en-IN" sz="2400" dirty="0"/>
              <a:t>&lt;head&gt;</a:t>
            </a:r>
            <a:br>
              <a:rPr lang="en-IN" sz="2400" dirty="0"/>
            </a:br>
            <a:r>
              <a:rPr lang="en-IN" sz="2400" dirty="0"/>
              <a:t>&lt;title&gt;&lt;/title&gt;</a:t>
            </a:r>
            <a:br>
              <a:rPr lang="en-IN" sz="2400" dirty="0"/>
            </a:br>
            <a:r>
              <a:rPr lang="en-IN" sz="2400" dirty="0"/>
              <a:t>#h1{</a:t>
            </a:r>
            <a:br>
              <a:rPr lang="en-IN" sz="2400" dirty="0"/>
            </a:br>
            <a:r>
              <a:rPr lang="en-IN" sz="2400" dirty="0" err="1"/>
              <a:t>color:red</a:t>
            </a:r>
            <a:r>
              <a:rPr lang="en-IN" sz="2400" dirty="0"/>
              <a:t>;</a:t>
            </a:r>
            <a:br>
              <a:rPr lang="en-IN" sz="2400" dirty="0"/>
            </a:br>
            <a:r>
              <a:rPr lang="en-IN" sz="2400" dirty="0" err="1"/>
              <a:t>background:white</a:t>
            </a:r>
            <a:r>
              <a:rPr lang="en-IN" sz="2400" dirty="0"/>
              <a:t>;</a:t>
            </a:r>
            <a:br>
              <a:rPr lang="en-IN" sz="2400" dirty="0"/>
            </a:br>
            <a:r>
              <a:rPr lang="en-IN" sz="2400" dirty="0"/>
              <a:t>}</a:t>
            </a:r>
            <a:br>
              <a:rPr lang="en-IN" sz="2400" dirty="0"/>
            </a:br>
            <a:r>
              <a:rPr lang="en-IN" sz="2400" dirty="0"/>
              <a:t>&lt;/head&gt;</a:t>
            </a:r>
            <a:br>
              <a:rPr lang="en-IN" sz="2400" dirty="0"/>
            </a:br>
            <a:r>
              <a:rPr lang="en-IN" sz="2400" dirty="0"/>
              <a:t>&lt;p id=“h1”&gt;TRACKING PHONE NUMBER USING PYTHON&lt;/p&gt;</a:t>
            </a:r>
            <a:br>
              <a:rPr lang="en-IN" sz="2400" dirty="0"/>
            </a:br>
            <a:r>
              <a:rPr lang="en-IN" sz="2400" dirty="0"/>
              <a:t>&lt;p&gt;&lt;a&gt;</a:t>
            </a:r>
            <a:r>
              <a:rPr lang="en-IN" sz="2400" dirty="0" err="1"/>
              <a:t>href</a:t>
            </a:r>
            <a:r>
              <a:rPr lang="en-IN" sz="2400" dirty="0"/>
              <a:t>=“C:\Users\DELL\Desktop\python full </a:t>
            </a:r>
            <a:r>
              <a:rPr lang="en-IN" sz="2400" dirty="0" err="1"/>
              <a:t>stackdeveloper</a:t>
            </a:r>
            <a:r>
              <a:rPr lang="en-IN" sz="2400" dirty="0"/>
              <a:t>\</a:t>
            </a:r>
            <a:r>
              <a:rPr lang="en-IN" sz="2400" dirty="0" err="1"/>
              <a:t>Abhiidle</a:t>
            </a:r>
            <a:r>
              <a:rPr lang="en-IN" sz="2400" dirty="0"/>
              <a:t>”&gt;&lt;/a&gt;</a:t>
            </a:r>
            <a:br>
              <a:rPr lang="en-IN" sz="2400" dirty="0"/>
            </a:br>
            <a:r>
              <a:rPr lang="en-IN" sz="2400" dirty="0"/>
              <a:t>&lt;/p&gt;</a:t>
            </a:r>
            <a:br>
              <a:rPr lang="en-IN" sz="2400" dirty="0"/>
            </a:br>
            <a:r>
              <a:rPr lang="en-IN" sz="2400" dirty="0"/>
              <a:t>&lt;/body&gt;</a:t>
            </a:r>
            <a:br>
              <a:rPr lang="en-IN" sz="2400" dirty="0"/>
            </a:br>
            <a:r>
              <a:rPr lang="en-IN" sz="2400" dirty="0"/>
              <a:t>&lt;/html&gt;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47C8C-9262-8D4C-F91D-0494B2881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843" y="208722"/>
            <a:ext cx="9029769" cy="397565"/>
          </a:xfrm>
        </p:spPr>
        <p:txBody>
          <a:bodyPr>
            <a:noAutofit/>
          </a:bodyPr>
          <a:lstStyle/>
          <a:p>
            <a:r>
              <a:rPr lang="en-IN" sz="2400" dirty="0"/>
              <a:t>FRONTEND CODING:</a:t>
            </a:r>
          </a:p>
        </p:txBody>
      </p:sp>
    </p:spTree>
    <p:extLst>
      <p:ext uri="{BB962C8B-B14F-4D97-AF65-F5344CB8AC3E}">
        <p14:creationId xmlns:p14="http://schemas.microsoft.com/office/powerpoint/2010/main" val="1560129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5A39C6D-6F74-BC96-C78D-0E722FB06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2348" y="904461"/>
            <a:ext cx="4959626" cy="5506278"/>
          </a:xfrm>
        </p:spPr>
        <p:txBody>
          <a:bodyPr>
            <a:normAutofit fontScale="25000" lnSpcReduction="20000"/>
          </a:bodyPr>
          <a:lstStyle/>
          <a:p>
            <a:r>
              <a:rPr lang="en-IN" sz="5500" dirty="0">
                <a:solidFill>
                  <a:schemeClr val="tx1"/>
                </a:solidFill>
              </a:rPr>
              <a:t>import </a:t>
            </a:r>
            <a:r>
              <a:rPr lang="en-IN" sz="5500" dirty="0" err="1">
                <a:solidFill>
                  <a:schemeClr val="tx1"/>
                </a:solidFill>
              </a:rPr>
              <a:t>phonenumbers</a:t>
            </a:r>
            <a:endParaRPr lang="en-IN" sz="5500" dirty="0">
              <a:solidFill>
                <a:schemeClr val="tx1"/>
              </a:solidFill>
            </a:endParaRPr>
          </a:p>
          <a:p>
            <a:r>
              <a:rPr lang="en-IN" sz="5500" dirty="0">
                <a:solidFill>
                  <a:schemeClr val="tx1"/>
                </a:solidFill>
              </a:rPr>
              <a:t>from </a:t>
            </a:r>
            <a:r>
              <a:rPr lang="en-IN" sz="5500" dirty="0" err="1">
                <a:solidFill>
                  <a:schemeClr val="tx1"/>
                </a:solidFill>
              </a:rPr>
              <a:t>phonenumbers</a:t>
            </a:r>
            <a:r>
              <a:rPr lang="en-IN" sz="5500" dirty="0">
                <a:solidFill>
                  <a:schemeClr val="tx1"/>
                </a:solidFill>
              </a:rPr>
              <a:t> import geocoder, carrier, </a:t>
            </a:r>
            <a:r>
              <a:rPr lang="en-IN" sz="5500" dirty="0" err="1">
                <a:solidFill>
                  <a:schemeClr val="tx1"/>
                </a:solidFill>
              </a:rPr>
              <a:t>timezone</a:t>
            </a:r>
            <a:endParaRPr lang="en-IN" sz="5500" dirty="0">
              <a:solidFill>
                <a:schemeClr val="tx1"/>
              </a:solidFill>
            </a:endParaRPr>
          </a:p>
          <a:p>
            <a:endParaRPr lang="en-IN" sz="5500" dirty="0">
              <a:solidFill>
                <a:schemeClr val="tx1"/>
              </a:solidFill>
            </a:endParaRPr>
          </a:p>
          <a:p>
            <a:r>
              <a:rPr lang="en-IN" sz="5500" dirty="0">
                <a:solidFill>
                  <a:schemeClr val="tx1"/>
                </a:solidFill>
              </a:rPr>
              <a:t># Enter the phone number with country code</a:t>
            </a:r>
          </a:p>
          <a:p>
            <a:r>
              <a:rPr lang="en-IN" sz="5500" dirty="0" err="1">
                <a:solidFill>
                  <a:schemeClr val="tx1"/>
                </a:solidFill>
              </a:rPr>
              <a:t>phone_number</a:t>
            </a:r>
            <a:r>
              <a:rPr lang="en-IN" sz="5500" dirty="0">
                <a:solidFill>
                  <a:schemeClr val="tx1"/>
                </a:solidFill>
              </a:rPr>
              <a:t> = </a:t>
            </a:r>
            <a:r>
              <a:rPr lang="en-IN" sz="5500" dirty="0" err="1">
                <a:solidFill>
                  <a:schemeClr val="tx1"/>
                </a:solidFill>
              </a:rPr>
              <a:t>phonenumbers.parse</a:t>
            </a:r>
            <a:r>
              <a:rPr lang="en-IN" sz="5500" dirty="0">
                <a:solidFill>
                  <a:schemeClr val="tx1"/>
                </a:solidFill>
              </a:rPr>
              <a:t>("+919740555706")  </a:t>
            </a:r>
          </a:p>
          <a:p>
            <a:endParaRPr lang="en-IN" sz="5500" dirty="0">
              <a:solidFill>
                <a:schemeClr val="tx1"/>
              </a:solidFill>
            </a:endParaRPr>
          </a:p>
          <a:p>
            <a:r>
              <a:rPr lang="en-IN" sz="5500" dirty="0">
                <a:solidFill>
                  <a:schemeClr val="tx1"/>
                </a:solidFill>
              </a:rPr>
              <a:t># Get </a:t>
            </a:r>
            <a:r>
              <a:rPr lang="en-IN" sz="5500" dirty="0" err="1">
                <a:solidFill>
                  <a:schemeClr val="tx1"/>
                </a:solidFill>
              </a:rPr>
              <a:t>timezone</a:t>
            </a:r>
            <a:endParaRPr lang="en-IN" sz="5500" dirty="0">
              <a:solidFill>
                <a:schemeClr val="tx1"/>
              </a:solidFill>
            </a:endParaRPr>
          </a:p>
          <a:p>
            <a:r>
              <a:rPr lang="en-IN" sz="5500" dirty="0" err="1">
                <a:solidFill>
                  <a:schemeClr val="tx1"/>
                </a:solidFill>
              </a:rPr>
              <a:t>time_zones</a:t>
            </a:r>
            <a:r>
              <a:rPr lang="en-IN" sz="5500" dirty="0">
                <a:solidFill>
                  <a:schemeClr val="tx1"/>
                </a:solidFill>
              </a:rPr>
              <a:t> = </a:t>
            </a:r>
            <a:r>
              <a:rPr lang="en-IN" sz="5500" dirty="0" err="1">
                <a:solidFill>
                  <a:schemeClr val="tx1"/>
                </a:solidFill>
              </a:rPr>
              <a:t>timezone.time_zones_for_number</a:t>
            </a:r>
            <a:r>
              <a:rPr lang="en-IN" sz="5500" dirty="0">
                <a:solidFill>
                  <a:schemeClr val="tx1"/>
                </a:solidFill>
              </a:rPr>
              <a:t>(</a:t>
            </a:r>
            <a:r>
              <a:rPr lang="en-IN" sz="5500" dirty="0" err="1">
                <a:solidFill>
                  <a:schemeClr val="tx1"/>
                </a:solidFill>
              </a:rPr>
              <a:t>phone_number</a:t>
            </a:r>
            <a:r>
              <a:rPr lang="en-IN" sz="5500" dirty="0">
                <a:solidFill>
                  <a:schemeClr val="tx1"/>
                </a:solidFill>
              </a:rPr>
              <a:t>)</a:t>
            </a:r>
          </a:p>
          <a:p>
            <a:r>
              <a:rPr lang="en-IN" sz="5500" dirty="0">
                <a:solidFill>
                  <a:schemeClr val="tx1"/>
                </a:solidFill>
              </a:rPr>
              <a:t>print("Time Zone:", </a:t>
            </a:r>
            <a:r>
              <a:rPr lang="en-IN" sz="5500" dirty="0" err="1">
                <a:solidFill>
                  <a:schemeClr val="tx1"/>
                </a:solidFill>
              </a:rPr>
              <a:t>time_zones</a:t>
            </a:r>
            <a:r>
              <a:rPr lang="en-IN" sz="5500" dirty="0">
                <a:solidFill>
                  <a:schemeClr val="tx1"/>
                </a:solidFill>
              </a:rPr>
              <a:t>)</a:t>
            </a:r>
          </a:p>
          <a:p>
            <a:endParaRPr lang="en-IN" sz="5500" dirty="0">
              <a:solidFill>
                <a:schemeClr val="tx1"/>
              </a:solidFill>
            </a:endParaRPr>
          </a:p>
          <a:p>
            <a:r>
              <a:rPr lang="en-IN" sz="5500" dirty="0">
                <a:solidFill>
                  <a:schemeClr val="tx1"/>
                </a:solidFill>
              </a:rPr>
              <a:t># Get carrier name</a:t>
            </a:r>
          </a:p>
          <a:p>
            <a:r>
              <a:rPr lang="en-IN" sz="5500" dirty="0" err="1">
                <a:solidFill>
                  <a:schemeClr val="tx1"/>
                </a:solidFill>
              </a:rPr>
              <a:t>sim_carrier</a:t>
            </a:r>
            <a:r>
              <a:rPr lang="en-IN" sz="5500" dirty="0">
                <a:solidFill>
                  <a:schemeClr val="tx1"/>
                </a:solidFill>
              </a:rPr>
              <a:t> = </a:t>
            </a:r>
            <a:r>
              <a:rPr lang="en-IN" sz="5500" dirty="0" err="1">
                <a:solidFill>
                  <a:schemeClr val="tx1"/>
                </a:solidFill>
              </a:rPr>
              <a:t>carrier.name_for_number</a:t>
            </a:r>
            <a:r>
              <a:rPr lang="en-IN" sz="5500" dirty="0">
                <a:solidFill>
                  <a:schemeClr val="tx1"/>
                </a:solidFill>
              </a:rPr>
              <a:t>(</a:t>
            </a:r>
            <a:r>
              <a:rPr lang="en-IN" sz="5500" dirty="0" err="1">
                <a:solidFill>
                  <a:schemeClr val="tx1"/>
                </a:solidFill>
              </a:rPr>
              <a:t>phone_number</a:t>
            </a:r>
            <a:r>
              <a:rPr lang="en-IN" sz="5500" dirty="0">
                <a:solidFill>
                  <a:schemeClr val="tx1"/>
                </a:solidFill>
              </a:rPr>
              <a:t>, "</a:t>
            </a:r>
            <a:r>
              <a:rPr lang="en-IN" sz="5500" dirty="0" err="1">
                <a:solidFill>
                  <a:schemeClr val="tx1"/>
                </a:solidFill>
              </a:rPr>
              <a:t>en</a:t>
            </a:r>
            <a:r>
              <a:rPr lang="en-IN" sz="5500" dirty="0">
                <a:solidFill>
                  <a:schemeClr val="tx1"/>
                </a:solidFill>
              </a:rPr>
              <a:t>")</a:t>
            </a:r>
          </a:p>
          <a:p>
            <a:r>
              <a:rPr lang="en-IN" sz="5500" dirty="0">
                <a:solidFill>
                  <a:schemeClr val="tx1"/>
                </a:solidFill>
              </a:rPr>
              <a:t>print("Carrier:", </a:t>
            </a:r>
            <a:r>
              <a:rPr lang="en-IN" sz="5500" dirty="0" err="1">
                <a:solidFill>
                  <a:schemeClr val="tx1"/>
                </a:solidFill>
              </a:rPr>
              <a:t>sim_carrier</a:t>
            </a:r>
            <a:r>
              <a:rPr lang="en-IN" sz="5500" dirty="0">
                <a:solidFill>
                  <a:schemeClr val="tx1"/>
                </a:solidFill>
              </a:rPr>
              <a:t>)</a:t>
            </a:r>
          </a:p>
          <a:p>
            <a:endParaRPr lang="en-IN" sz="5500" dirty="0">
              <a:solidFill>
                <a:schemeClr val="tx1"/>
              </a:solidFill>
            </a:endParaRPr>
          </a:p>
          <a:p>
            <a:r>
              <a:rPr lang="en-IN" sz="5500" dirty="0">
                <a:solidFill>
                  <a:schemeClr val="tx1"/>
                </a:solidFill>
              </a:rPr>
              <a:t># Get country/region</a:t>
            </a:r>
          </a:p>
          <a:p>
            <a:r>
              <a:rPr lang="en-IN" sz="5500" dirty="0">
                <a:solidFill>
                  <a:schemeClr val="tx1"/>
                </a:solidFill>
              </a:rPr>
              <a:t>country = </a:t>
            </a:r>
            <a:r>
              <a:rPr lang="en-IN" sz="5500" dirty="0" err="1">
                <a:solidFill>
                  <a:schemeClr val="tx1"/>
                </a:solidFill>
              </a:rPr>
              <a:t>geocoder.description_for_number</a:t>
            </a:r>
            <a:r>
              <a:rPr lang="en-IN" sz="5500" dirty="0">
                <a:solidFill>
                  <a:schemeClr val="tx1"/>
                </a:solidFill>
              </a:rPr>
              <a:t>(</a:t>
            </a:r>
            <a:r>
              <a:rPr lang="en-IN" sz="5500" dirty="0" err="1">
                <a:solidFill>
                  <a:schemeClr val="tx1"/>
                </a:solidFill>
              </a:rPr>
              <a:t>phone_number</a:t>
            </a:r>
            <a:r>
              <a:rPr lang="en-IN" sz="5500" dirty="0">
                <a:solidFill>
                  <a:schemeClr val="tx1"/>
                </a:solidFill>
              </a:rPr>
              <a:t>, "</a:t>
            </a:r>
            <a:r>
              <a:rPr lang="en-IN" sz="5500" dirty="0" err="1">
                <a:solidFill>
                  <a:schemeClr val="tx1"/>
                </a:solidFill>
              </a:rPr>
              <a:t>en</a:t>
            </a:r>
            <a:r>
              <a:rPr lang="en-IN" sz="5500" dirty="0">
                <a:solidFill>
                  <a:schemeClr val="tx1"/>
                </a:solidFill>
              </a:rPr>
              <a:t>")</a:t>
            </a:r>
          </a:p>
          <a:p>
            <a:r>
              <a:rPr lang="en-IN" sz="5500" dirty="0">
                <a:solidFill>
                  <a:schemeClr val="tx1"/>
                </a:solidFill>
              </a:rPr>
              <a:t>print("Region:", country)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A42CB9-978F-48A5-B9D8-13EA13D17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69" y="218661"/>
            <a:ext cx="8001000" cy="685800"/>
          </a:xfrm>
        </p:spPr>
        <p:txBody>
          <a:bodyPr>
            <a:normAutofit fontScale="90000"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ABOUT CODING</a:t>
            </a:r>
            <a:r>
              <a:rPr lang="en-IN" dirty="0">
                <a:solidFill>
                  <a:schemeClr val="bg1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601519296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51</TotalTime>
  <Words>239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Century Gothic</vt:lpstr>
      <vt:lpstr>Wingdings 3</vt:lpstr>
      <vt:lpstr>Slice</vt:lpstr>
      <vt:lpstr>Jawaharlal Nehru new COLLEGE OENGINEERING,SHIVAMOGGA</vt:lpstr>
      <vt:lpstr>&lt;html&gt; &lt;head&gt; &lt;title&gt;&lt;/title&gt; #h1{ color:red; background:white; } &lt;/head&gt; &lt;p id=“h1”&gt;TRACKING PHONE NUMBER USING PYTHON&lt;/p&gt; &lt;p&gt;&lt;a&gt;href=“C:\Users\DELL\Desktop\python full stackdeveloper\Abhiidle”&gt;&lt;/a&gt; &lt;/p&gt; &lt;/body&gt; &lt;/html&gt;</vt:lpstr>
      <vt:lpstr>ABOUT CODING: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G M</dc:creator>
  <cp:lastModifiedBy>Abhishek G M</cp:lastModifiedBy>
  <cp:revision>4</cp:revision>
  <dcterms:created xsi:type="dcterms:W3CDTF">2025-05-31T13:16:42Z</dcterms:created>
  <dcterms:modified xsi:type="dcterms:W3CDTF">2025-06-18T13:07:54Z</dcterms:modified>
</cp:coreProperties>
</file>